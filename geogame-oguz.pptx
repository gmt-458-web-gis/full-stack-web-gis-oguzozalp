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2891" y="4236403"/>
            <a:ext cx="6102218" cy="160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GEOGAME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8968" y="60711"/>
            <a:ext cx="18806968" cy="10226289"/>
          </a:xfrm>
          <a:custGeom>
            <a:avLst/>
            <a:gdLst/>
            <a:ahLst/>
            <a:cxnLst/>
            <a:rect r="r" b="b" t="t" l="l"/>
            <a:pathLst>
              <a:path h="10226289" w="18806968">
                <a:moveTo>
                  <a:pt x="0" y="0"/>
                </a:moveTo>
                <a:lnTo>
                  <a:pt x="18806968" y="0"/>
                </a:lnTo>
                <a:lnTo>
                  <a:pt x="18806968" y="10226289"/>
                </a:lnTo>
                <a:lnTo>
                  <a:pt x="0" y="102262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4" t="0" r="-904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691205"/>
            <a:ext cx="18288000" cy="119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</a:t>
            </a: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ackend (Arka Yüz): Sunucu tarafında Node.js ve Express.js kullandım. Bu sayede hızlı ve ölçeklenebilir bir API yapısı oluşturdum.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800917"/>
            <a:ext cx="18288000" cy="119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Datab</a:t>
            </a: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ase (Veritabanı): Verileri statik dosyalarda tutmak yerine, Cloud tabanlı MongoDB Atlas (NoSQL) kullandım. Bu sayede sorular ve kullanıcı verileri güvenli bir şekilde bulutta saklanıyor.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0800" y="7438059"/>
            <a:ext cx="15646400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</a:t>
            </a: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rontend (Ön Yüz): Harita etkileşimleri için Leaflet.js kütüphanesini entegre ettim."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4675" y="3299333"/>
            <a:ext cx="8779325" cy="5958967"/>
          </a:xfrm>
          <a:custGeom>
            <a:avLst/>
            <a:gdLst/>
            <a:ahLst/>
            <a:cxnLst/>
            <a:rect r="r" b="b" t="t" l="l"/>
            <a:pathLst>
              <a:path h="5958967" w="8779325">
                <a:moveTo>
                  <a:pt x="0" y="0"/>
                </a:moveTo>
                <a:lnTo>
                  <a:pt x="8779325" y="0"/>
                </a:lnTo>
                <a:lnTo>
                  <a:pt x="8779325" y="5958967"/>
                </a:lnTo>
                <a:lnTo>
                  <a:pt x="0" y="59589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58762" y="3422164"/>
            <a:ext cx="12933265" cy="5836136"/>
          </a:xfrm>
          <a:custGeom>
            <a:avLst/>
            <a:gdLst/>
            <a:ahLst/>
            <a:cxnLst/>
            <a:rect r="r" b="b" t="t" l="l"/>
            <a:pathLst>
              <a:path h="5836136" w="12933265">
                <a:moveTo>
                  <a:pt x="0" y="0"/>
                </a:moveTo>
                <a:lnTo>
                  <a:pt x="12933265" y="0"/>
                </a:lnTo>
                <a:lnTo>
                  <a:pt x="12933265" y="5836136"/>
                </a:lnTo>
                <a:lnTo>
                  <a:pt x="0" y="58361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306312"/>
            <a:ext cx="18288000" cy="299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İlk gün, sunucu alty</a:t>
            </a: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apısını kurup haritayı çalıştırdım.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İkinci gün, MongoDB bağlantısını kurarak verileri API üzerinden (GET/POST) yönetmeye başladım.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86080"/>
            <a:ext cx="18288000" cy="119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Üçüncü gün, projenin en kritik kısmı olan Admin </a:t>
            </a: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Panelini geliştirdim. Burada haritaya tıklayarak koordinat alma ve soru ekleme/silme (CRUD) işlemlerini tamamladım.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84879" y="1995055"/>
            <a:ext cx="15524619" cy="8291945"/>
          </a:xfrm>
          <a:custGeom>
            <a:avLst/>
            <a:gdLst/>
            <a:ahLst/>
            <a:cxnLst/>
            <a:rect r="r" b="b" t="t" l="l"/>
            <a:pathLst>
              <a:path h="8291945" w="15524619">
                <a:moveTo>
                  <a:pt x="0" y="0"/>
                </a:moveTo>
                <a:lnTo>
                  <a:pt x="15524618" y="0"/>
                </a:lnTo>
                <a:lnTo>
                  <a:pt x="15524618" y="8291945"/>
                </a:lnTo>
                <a:lnTo>
                  <a:pt x="0" y="82919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4" t="0" r="-1234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2642615" cy="10642029"/>
          </a:xfrm>
          <a:custGeom>
            <a:avLst/>
            <a:gdLst/>
            <a:ahLst/>
            <a:cxnLst/>
            <a:rect r="r" b="b" t="t" l="l"/>
            <a:pathLst>
              <a:path h="10642029" w="22642615">
                <a:moveTo>
                  <a:pt x="0" y="0"/>
                </a:moveTo>
                <a:lnTo>
                  <a:pt x="22642615" y="0"/>
                </a:lnTo>
                <a:lnTo>
                  <a:pt x="22642615" y="10642029"/>
                </a:lnTo>
                <a:lnTo>
                  <a:pt x="0" y="10642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5018" y="1614805"/>
            <a:ext cx="7789332" cy="8425285"/>
          </a:xfrm>
          <a:custGeom>
            <a:avLst/>
            <a:gdLst/>
            <a:ahLst/>
            <a:cxnLst/>
            <a:rect r="r" b="b" t="t" l="l"/>
            <a:pathLst>
              <a:path h="8425285" w="7789332">
                <a:moveTo>
                  <a:pt x="0" y="0"/>
                </a:moveTo>
                <a:lnTo>
                  <a:pt x="7789332" y="0"/>
                </a:lnTo>
                <a:lnTo>
                  <a:pt x="7789332" y="8425285"/>
                </a:lnTo>
                <a:lnTo>
                  <a:pt x="0" y="8425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171" t="-53074" r="-124930" b="-2422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88392" y="1614805"/>
            <a:ext cx="7676022" cy="8425285"/>
          </a:xfrm>
          <a:custGeom>
            <a:avLst/>
            <a:gdLst/>
            <a:ahLst/>
            <a:cxnLst/>
            <a:rect r="r" b="b" t="t" l="l"/>
            <a:pathLst>
              <a:path h="8425285" w="7676022">
                <a:moveTo>
                  <a:pt x="0" y="0"/>
                </a:moveTo>
                <a:lnTo>
                  <a:pt x="7676022" y="0"/>
                </a:lnTo>
                <a:lnTo>
                  <a:pt x="7676022" y="8425285"/>
                </a:lnTo>
                <a:lnTo>
                  <a:pt x="0" y="8425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06" r="-3429" b="-470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240509"/>
            <a:ext cx="18288000" cy="119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Dördüncü gün, güvenlik k</a:t>
            </a: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atmanını ekledim. Login/Register sistemi kurarak Admin ve Oyuncu rollerini ayırdım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10694" y="2247303"/>
            <a:ext cx="13866612" cy="7799969"/>
          </a:xfrm>
          <a:custGeom>
            <a:avLst/>
            <a:gdLst/>
            <a:ahLst/>
            <a:cxnLst/>
            <a:rect r="r" b="b" t="t" l="l"/>
            <a:pathLst>
              <a:path h="7799969" w="13866612">
                <a:moveTo>
                  <a:pt x="0" y="0"/>
                </a:moveTo>
                <a:lnTo>
                  <a:pt x="13866612" y="0"/>
                </a:lnTo>
                <a:lnTo>
                  <a:pt x="13866612" y="7799969"/>
                </a:lnTo>
                <a:lnTo>
                  <a:pt x="0" y="7799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820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5180" y="386080"/>
            <a:ext cx="18012820" cy="119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Son </a:t>
            </a:r>
            <a:r>
              <a:rPr lang="en-US" sz="33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gün ise, yazdığım API'nin teknik dokümantasyonunu Swagger UI ile hazırlayarak projemi tamamladım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DAG-jiyyWqU</dc:identifier>
  <dcterms:modified xsi:type="dcterms:W3CDTF">2011-08-01T06:04:30Z</dcterms:modified>
  <cp:revision>1</cp:revision>
  <dc:title>Backend (Arka Yüz): Sunucu tarafında Node.js ve Express.js kullandım. Bu sayede hızlı ve ölçeklenebilir bir API yapısı oluşturdum.</dc:title>
</cp:coreProperties>
</file>